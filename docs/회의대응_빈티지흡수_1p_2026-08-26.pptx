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협업회의 대응 — 귀 리포트(8/25) 그림 1 관련  |  네이버클라우드 AX Forward Lab · 2026. 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주차별 평탄성은 모델 고유 특성 — 같은 조건에서 Chronos-2는 빈티지 갱신을 흡수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61872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검증 설계 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귀 리포트의 진단(BISTRO 오차가 전망주차 경과에도 감소하지 않음)을 당사 규약에서 재검증 — 동일 입력(DFM 스냅샷 + 공변량 10종 + 일별신호 4종)·동일 그리드(32분기×19주)에서 BISTRO와 Chronos-2의 주차별 RMSE 곡선을 비교. 분기말 월 관측 이후(w≥-7)는 TSFM이 패널 값을 그대로 쓰는 구간이라 자체 예측 구간(w=-19~-8)만 비교.</a:t>
            </a:r>
          </a:p>
        </p:txBody>
      </p:sp>
      <p:pic>
        <p:nvPicPr>
          <p:cNvPr id="6" name="Picture 5" descr="weekly_abs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6858000" cy="36437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96128"/>
            <a:ext cx="66751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정보 흡수율 (초반 6주 → 다음 6주 RMSE 감소율)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6675119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943600"/>
            <a:ext cx="6675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XGBoost -24.8%  ·  DFM -18.6%  ·  </a:t>
            </a:r>
            <a:r>
              <a:rPr sz="950" b="1">
                <a:solidFill>
                  <a:srgbClr val="008A3E"/>
                </a:solidFill>
                <a:latin typeface="Apple SD Gothic Neo"/>
                <a:ea typeface="Apple SD Gothic Neo"/>
              </a:rPr>
              <a:t>Chronos-2f -9.3%</a:t>
            </a: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·  Moirai-small -7.0%  ·  </a:t>
            </a:r>
            <a:r>
              <a:rPr sz="950" b="1">
                <a:solidFill>
                  <a:srgbClr val="B0532F"/>
                </a:solidFill>
                <a:latin typeface="Apple SD Gothic Neo"/>
                <a:ea typeface="Apple SD Gothic Neo"/>
              </a:rPr>
              <a:t>BISTRO -4.7%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Chronos-2 기본형(일별신호 제외)도 -11.0% — 흡수는 일별신호가 아니라 모델의 성질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920240"/>
            <a:ext cx="41148" cy="132588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20240"/>
            <a:ext cx="3840480" cy="1371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진단 재현 — 평탄성은 입력 문제가 아님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일별신호까지 준 동일 조건에서도 BISTRO는 -19~-9주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구간 0.96~1.06에서 평탄 (흡수율 -4.7%)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기반 Moirai-small도 -7.0% — 계열 공통 특성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예측 지평 단축의 기계적 이점을 받고도 평탄 →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귀 리포트의 '정보 미흡수' 진단과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383280"/>
            <a:ext cx="41148" cy="137160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3383280"/>
            <a:ext cx="3840480" cy="1417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같은 조건의 Chronos-2는 우하향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흡수율 -9.3% (BISTRO의 약 2배), 레벨도 전 구간 우위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원인은 사전학습 채점 범위의 차이 — 별첨(부품 비교)의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절제 실험과 정합: 같은 일별신호에서 C2 -3.4% vs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BISTRO 무이득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단서: C2도 XGBoost(-24.8%)에는 미달 — TSFM 전반이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새 빈티지를 완전히 소화하지는 못함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892040"/>
            <a:ext cx="41148" cy="132588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4892040"/>
            <a:ext cx="3840480" cy="1371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회의 제안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적응학습(adapter/LoRA) 검토에 축 하나 추가 —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</a:t>
            </a:r>
            <a:r>
              <a:rPr sz="950" b="1">
                <a:solidFill>
                  <a:srgbClr val="262626"/>
                </a:solidFill>
                <a:latin typeface="Apple SD Gothic Neo"/>
                <a:ea typeface="Apple SD Gothic Neo"/>
              </a:rPr>
              <a:t>출발 체크포인트 선택</a:t>
            </a: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: 흡수력이 확인된 계열(Chronos-2)의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zero-shot·적응 병행 비교를 제안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단기 정확도 기준축은 XGBoost 유지에 동의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당사 기여 가능: 흡수력 진단 하네스 · 일별신호 파이프라인 ·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절제 실험 프레임 · 공정 비교 규약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6309360"/>
            <a:ext cx="4023360" cy="38404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6309360"/>
            <a:ext cx="41148" cy="38404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6345936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2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유의: 사전학습 기간과 평가기간의 중복 가능성은 귀 리포트와 동일하게</a:t>
            </a:r>
          </a:p>
          <a:p>
            <a:pPr algn="l">
              <a:spcAft>
                <a:spcPts val="12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회고적 진단으로 해석. 모든 개선폭은 통계적 유의성 미달 수위 유지.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· 32분기 주차별 RMSE(분기 평균) · schema v2 · 낮을수록 정확. Chronos-2f = Chronos-2(120M)+일별신호 · BISTRO = BIS WP 1337 공개 체크포인트(91M), 모두 zero-shot.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0040" y="653796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