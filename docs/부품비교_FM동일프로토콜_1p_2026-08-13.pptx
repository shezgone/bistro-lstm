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부품으로서의 시계열 FM(ICL) 비교 — 조기 슬롯 자격은 Chronos-2만 충족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실험 설계 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검증된 주차별 결합의 조기 슬롯에 시계열 FM을 부품으로 장착해 비교. 두 모델 모두 파라미터 갱신 없이 과거 데이터를 문맥으로 사용(ICL·zero-shot)하며, 입력·과제·평가 완전 동일 — DFM 스냅샷 + 공변량 10종 + 빠른신호 4종, 분기말 N_gdp 외삽, 32분기 실시간 그리드.</a:t>
            </a:r>
          </a:p>
          <a:p>
            <a:pPr algn="l">
              <a:spcAft>
                <a:spcPts val="200"/>
              </a:spcAft>
            </a:pPr>
            <a:r>
              <a:rPr sz="950" b="1">
                <a:solidFill>
                  <a:srgbClr val="243447"/>
                </a:solidFill>
                <a:latin typeface="Apple SD Gothic Neo"/>
                <a:ea typeface="Apple SD Gothic Neo"/>
              </a:rPr>
              <a:t>비교 대상  </a:t>
            </a: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Chronos-2(아마존, 120M) vs BISTRO(BIS WP 1337, Moirai-base 91M을 BIS 거시 4,925계열로 미세조정 — 공개 체크포인트) · 참고: 직접학습 LSTM · LLM 기반 ICL(HCX 등)은 학습데이터 오염으로 채점 제외.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결과 요약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5040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632704"/>
            <a:ext cx="6492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성능: Chronos-2f 0.808 &lt; BISTRO 0.871 ≈ 기반 Moirai-small 0.873 — BIS 거시 미세조정의 효과는 소폭(조기 구간 1.021→1.005)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장착: Chronos-2f만 개선(0.750→0.740). BISTRO는 동률(0.750), 두 FM 병용(0.744)도 C2f 단독에 미달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참고: 직접학습 LSTM은 동일 입력에도 1.019(조기 1.286) — 소표본 직접학습 한계 재확인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7160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— 조기 구간에서 GBM과 대등할 것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조기 구간(지표 공백기) 단독: Chronos-2f 0.924 ≈ GBM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0.924 (충족) / BISTRO 1.005 · LSTM 1.286 (미충족)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· 슬롯 결과가 자격 판정과 일치: C2f 0.740(개선) /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  BISTRO 0.750(동률) / 병용 0.744 — C2f 단독 미달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  (조기 오차 상관 0.926, 정보 중복)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74720"/>
            <a:ext cx="41148" cy="224028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74720"/>
            <a:ext cx="402335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6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성능 차이의 원인 — 공변량 절제 실험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같은 빠른신호(주가·환율) 추가 시: </a:t>
            </a:r>
            <a:r>
              <a:rPr sz="900" b="1">
                <a:solidFill>
                  <a:srgbClr val="008A3E"/>
                </a:solidFill>
                <a:latin typeface="Apple SD Gothic Neo"/>
                <a:ea typeface="Apple SD Gothic Neo"/>
              </a:rPr>
              <a:t>C2 -3.4%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 (0.836→0.808)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vs </a:t>
            </a: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BISTRO +0.1% 무이득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 (0.870→0.871)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공식지표 10종 추가: BISTRO -0.5% (0.875→0.870) — 미미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원인은 사전학습의 채점 범위 차이: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- Moirai/BISTRO:  (공변량, 타깃)과거 →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(공변량, 타깃)미래 전부 채점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공변량도 예측 대상(이웃). 거시 미세조정 후에도 구조 동일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- Chronos-2:  (공변량, 타깃)과거 →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타깃만 채점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  = 공변량은 힌트. 힌트 없이는 손실을 줄일 수 없는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  사례(합성 포함)로 훈련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체급 유사(91M vs 120M) → 격차 원인은 체급이 아닌 훈련 방식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70448"/>
            <a:ext cx="4206240" cy="65836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70448"/>
            <a:ext cx="41148" cy="658368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916168"/>
            <a:ext cx="3840479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  개선폭은 모두 통계적 유의성 미달(DM p&gt;0.18) — 비열등·개선 방향 수위.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BISTRO는 공개 체크포인트를 논문 표준 사용법(zero-shot) 그대로 적용, 한국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GDP 과제용 추가 미세조정 없음. 저자: Koyuncu·Kwon·Lombardi·Perez-Cruz·Shin.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105156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· w[-19,-1] 평균 RMSE · 2018Q1~2025Q4(32개 분기) · schema v2 · 낮을수록 정확. 슬롯 교체 = 조기(발표 19~14주 전)=(GBM+부품)÷2, 이후 XGBoost. BISTRO 출처: github.com/bis-med-it/bistro (Apache 2.0).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83680"/>
            <a:ext cx="457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