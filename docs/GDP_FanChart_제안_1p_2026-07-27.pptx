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058400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GDP 나우캐스트 Fan Chart — 예측은 그대로, 불확실성을 입힙니다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9184"/>
            <a:ext cx="13716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AX Lab | 2026. 07.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77824"/>
            <a:ext cx="111556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현행 점 전망(DFM+XGBoost)은 한 글자도 바꾸지 않고, 주차별 예측구간(50·80%)을 부여 — </a:t>
            </a:r>
            <a:r>
              <a:rPr sz="12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실시간 검증 커버리지 81~87% (명목 80%)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3383280" cy="229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01  </a:t>
            </a:r>
            <a:r>
              <a:rPr sz="12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방법 — 예측 불변 부가 레이어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719072"/>
            <a:ext cx="338328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10512"/>
            <a:ext cx="3383280" cy="22221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중심선 = 현행 점 전망 그대로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모형·스킴 변경 없음. 구간만 얹음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구간 = 과거 실시간 오차의 경험분포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컨포멀 예측: 분포 가정 없이 통계적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보장, 전망주차 구간별로 폭 차등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학습·보정에 미래정보 미사용</a:t>
            </a:r>
          </a:p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(확장창, 발표 전 분기 제외)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조기 주차 정밀화 (딥러닝 기여)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발표 19~14주 전 구간은 사전학습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시계열 모델(Chronos-2)의 분포를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같은 방식으로 보정해 사용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전망 시계별 조건화 — 국면 판단이</a:t>
            </a:r>
          </a:p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아닌 표준 관행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44568"/>
            <a:ext cx="3383280" cy="69711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도입 형태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주간 전망 보고서에 그림 1장 추가가 전부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기존 파이프라인 무수정 (산출물만 소비)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전 코드 재현 가능 형태로 이관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389888"/>
            <a:ext cx="3291840" cy="229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02  </a:t>
            </a:r>
            <a:r>
              <a:rPr sz="12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실시간 검증 (2020~2025, 23분기)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1719072"/>
            <a:ext cx="329184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60520" y="1847088"/>
          <a:ext cx="3291840" cy="1470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지표</a:t>
                      </a:r>
                    </a:p>
                  </a:txBody>
                  <a:tcPr marL="36576" marR="27432" marT="10972" marB="10972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구간 성능</a:t>
                      </a:r>
                    </a:p>
                  </a:txBody>
                  <a:tcPr marL="36576" marR="27432" marT="10972" marB="10972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27432" marT="10972" marB="10972">
                    <a:solidFill>
                      <a:srgbClr val="24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커버리지(명목 80%)</a:t>
                      </a:r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81%</a:t>
                      </a:r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전체</a:t>
                      </a:r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〃 (COVID 3분기 제외)</a:t>
                      </a:r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87%</a:t>
                      </a:r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27432" marT="10972" marB="10972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평균 구간 폭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1.86%p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폭도 축소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구간 점수(Winkler)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−5.5%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</a:rPr>
                        <a:t>DL 결합 효과</a:t>
                      </a:r>
                    </a:p>
                  </a:txBody>
                  <a:tcPr marL="36576" marR="27432" marT="10972" marB="109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60520" y="3447288"/>
            <a:ext cx="3291840" cy="17096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의의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현행 시스템은 점추정만 제공 — 전망의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불확실성이 보고서에 수치로 없음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주요 중앙은행 관행(BoE Inflation Report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fan chart)과 동일한 커뮤니케이션 형식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발표가 다가올수록 구간이 수축 —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"확신의 정도"가 주차별로 표현됨</a:t>
            </a:r>
          </a:p>
          <a:p>
            <a:pPr algn="l">
              <a:spcAft>
                <a:spcPts val="200"/>
              </a:spcAft>
            </a:pPr>
            <a:r>
              <a:rPr sz="93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다음 단계: 한은 뉴스심리지수(NSI) 결합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으로 조기 구간 정밀화, 전망 변동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자동 설명 리포트와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389888"/>
            <a:ext cx="3977639" cy="2292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03  </a:t>
            </a:r>
            <a:r>
              <a:rPr sz="12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예시 — 2025년 2·3분기 (실시간 재현)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1719072"/>
            <a:ext cx="397764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fanchar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029967"/>
            <a:ext cx="4480559" cy="16044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26679" y="3904487"/>
            <a:ext cx="3977639" cy="3334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점선 = 이후 발표된 실제 속보치. 두 분기 모두 80% 구간 내에서</a:t>
            </a:r>
          </a:p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실현 — 반등 국면(2025Q2)에서도 구간이 리스크를 사전에 포괄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126480"/>
            <a:ext cx="11183112" cy="457200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6272660"/>
            <a:ext cx="10881360" cy="18312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검증 기준   </a:t>
            </a: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한은 제공 실시간 빈티지, 속보치 기준, 전망주차 w[−19,−1] · 구간 산출에 쓰인 오차는 해당 분기 이전 발표분만 사용 (release-safe)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353</Words>
  <Application>Microsoft Macintosh PowerPoint</Application>
  <PresentationFormat>와이드스크린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Apple SD Gothic Neo</vt:lpstr>
      <vt:lpstr>NanumSquare Neo Regular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2</cp:revision>
  <dcterms:created xsi:type="dcterms:W3CDTF">2013-01-27T09:14:16Z</dcterms:created>
  <dcterms:modified xsi:type="dcterms:W3CDTF">2026-07-27T05:01:49Z</dcterms:modified>
  <cp:category/>
</cp:coreProperties>
</file>