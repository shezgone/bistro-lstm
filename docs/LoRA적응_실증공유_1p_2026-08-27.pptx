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적응학습 실증 — 귀 리포트(8/25) 제안 관련  |  네이버클라우드 AX Forward Lab · 2026. 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LoRA 적응 첫 실측 — 두 FM 모두 개선, BISTRO는 주차별 평탄성도 부분 해소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61872"/>
            <a:ext cx="1106424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실험 설계 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귀 제안(과거 빈티지 전망경로를 학습표본으로 하는 제한적 추가학습)을 LoRA로 구현 — 학습단위 = 분기별 빈티지 경로(당시 이용가능 정보 + 관측여부 플래그 + 분기말 라벨은 실제 속보치), 연 1회 fresh 재적응(적응 누적 없음, release-safe), 평가 2021~2025 20분기 walk-forward, seed 3개 반복.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243447"/>
                </a:solidFill>
                <a:latin typeface="Apple SD Gothic Neo"/>
                <a:ea typeface="Apple SD Gothic Neo"/>
              </a:rPr>
              <a:t>대상  </a:t>
            </a: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BISTRO(공개 체크포인트, 수동 LoRA rank8 = 590K, 0.6%) · Chronos-2f(내장 LoRA fit) — 데이터·설정 완전 동일, 모델만 상이.</a:t>
            </a:r>
          </a:p>
        </p:txBody>
      </p:sp>
      <p:pic>
        <p:nvPicPr>
          <p:cNvPr id="6" name="Picture 5" descr="lora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6903720" cy="2698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종합 (19주 전체 RMSE · 3-seed 예측 평균 기준)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303520"/>
            <a:ext cx="6766560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376672"/>
            <a:ext cx="676656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BISTRO   zero-shot 0.596 → </a:t>
            </a:r>
            <a:r>
              <a:rPr sz="950" b="1">
                <a:solidFill>
                  <a:srgbClr val="008A3E"/>
                </a:solidFill>
                <a:latin typeface="Apple SD Gothic Neo"/>
                <a:ea typeface="Apple SD Gothic Neo"/>
              </a:rPr>
              <a:t>LoRA 0.560 (-6.0%)</a:t>
            </a: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 ·   흡수 역행 +10.1% → +3.2%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Chronos-2f   zero-shot 0.619 → </a:t>
            </a:r>
            <a:r>
              <a:rPr sz="950" b="1">
                <a:solidFill>
                  <a:srgbClr val="008A3E"/>
                </a:solidFill>
                <a:latin typeface="Apple SD Gothic Neo"/>
                <a:ea typeface="Apple SD Gothic Neo"/>
              </a:rPr>
              <a:t>LoRA 0.564 (-8.9%)</a:t>
            </a: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 ·   흡수 기울기 유지</a:t>
            </a:r>
          </a:p>
          <a:p>
            <a:pPr algn="l">
              <a:spcAft>
                <a:spcPts val="25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참고: XGBoost 0.518 (전체 기준선) · 2025년(사전학습과 무중복 구간)에선 BISTRO-LoRA 0.556이 XGBoost 0.567을 상회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965960"/>
            <a:ext cx="41148" cy="146304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965960"/>
            <a:ext cx="384048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귀 제안 방향의 유효성이 확인됩니다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출력층 교체(GDP head)로는 없던 개선이 LoRA(주의층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0.6% 적응)에서 발생 — 적응의 '깊이'가 관건이었음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특히 BISTRO의 주차별 평탄성(귀 리포트 그림 1)이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부분 해소 — 새 빈티지 정보를 반영하기 시작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가장 깨끗한 2025 구간에서 개선 유지 — 사전학습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중복만으로는 설명되지 않는 실질 개선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566160"/>
            <a:ext cx="41148" cy="137160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3566160"/>
            <a:ext cx="3840480" cy="1417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유의 — 재현성 변동이 큽니다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BISTRO-LoRA는 seed 간 편차가 큼 (0.549~0.602,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±0.028) — 단일 실행 결과는 신뢰 불가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위 수치는 3-seed 예측 평균 기준 — 운영 시에도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seed 앙상블 형태를 권장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개선폭의 통계적 유의성은 표본(20분기) 한계로 미검정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5074920"/>
            <a:ext cx="41148" cy="12344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5074920"/>
            <a:ext cx="384048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다음 단계 제안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재현 패키지 공유 — 동일 규약 교차 검증 (귀측 BISTRO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인프라에서 독립 재현)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공표달력·release mask 정밀화(귀측) × 적응 안정화·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  seed 앙상블(당사) 분담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· 공동 논문의 적응학습 장(章)으로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06070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B6B6B"/>
                </a:solidFill>
                <a:latin typeface="Apple SD Gothic Neo"/>
                <a:ea typeface="Apple SD Gothic Neo"/>
              </a:rPr>
              <a:t>주: 실시간 빈티지 · 속보치 · 주차별 RMSE(분기 평균) · 2021~2025(20분기, 적응 데이터 확보 구간) · 낮을수록 정확. 차트는 TSFM 자체 예측 구간(w=-19~-8). BISTRO LoRA는 patch=8 고정 — zero-shot도 동일 patch 대조군 사용(공정 비교). 학습·평가에 미래 정보 미사용(release-safe).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0040" y="653796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