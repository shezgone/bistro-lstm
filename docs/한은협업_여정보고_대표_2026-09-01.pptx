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재현해 검증 기반을 세움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제공 그리드 그대로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Apple SD Gothic Neo"/>
                <a:ea typeface="Apple SD Gothic Neo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Apple SD Gothic Neo"/>
                <a:ea typeface="Apple SD Gothic Neo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053328"/>
            <a:ext cx="11091672" cy="38404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6053328"/>
            <a:ext cx="41148" cy="3840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108192"/>
            <a:ext cx="106984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모든 과정이 커밋 기록으로 남아 언제든 재현하고 감사할 수 있습니다 — 중앙은행과 일할 때는 이 형식 자체가 신뢰를 만듭니다.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10058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7160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56032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4903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59"/>
            <a:ext cx="41148" cy="100584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5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93775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