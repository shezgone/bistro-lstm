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 (조직 지형 구두 보충: 경제모형실 산학협력의 학계 파트너는 서범석 교수로 파악 — 문서 명시는 피하고 구두로만. BISTRO 관련 대외 서술은 항상 '동일 규약 실측·공개 체크포인트 기준' 프레임 유지.)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298448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6B6B6B"/>
                </a:solidFill>
                <a:latin typeface="Apple SD Gothic Neo"/>
                <a:ea typeface="Apple SD Gothic Neo"/>
              </a:rPr>
              <a:t>~5월 (전사)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29844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CPI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298448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물가(CPI) 예측으로 시작 — 소형 특화 모델·FM·언어모델(HCX·Claude) 3계열 비교 체계 구축. 6월 한은 요청으로 대상을 GDP 성장률로 전환 (검증 하네스는 계승)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" cy="73152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4884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148840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41148" cy="73152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923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99923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999232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41148" cy="7315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4962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4962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849624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00016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70001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70001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700016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50407"/>
            <a:ext cx="41148" cy="7315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50407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50407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5550407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GDP는 분기 지표 — 1년에 관측 4개, 8년을 다 모아도 32개.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저표본에서 패턴을 찾아야 하는 과제의 구조적 어려움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언어모델(Claude·HCX) 시계열 활용도 타진 — 가능성은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관찰됐으나 통계적 유의성 미확보, 학습데이터 오염으로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실시간 공정 채점이 성립하지 않아 채택 제외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한은 제공 빈티지 데이터셋·전처리 코드를 그대로 재사용해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0176"/>
            <a:ext cx="11091672" cy="49377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980176"/>
            <a:ext cx="41148" cy="493776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9848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모든 과정이 커밋 기록으로 남아 언제든 재현하고 감사할 수 있습니다 — 실험 코드의 재현성도 서로 확인하며 진행했습니다.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(한은의 개정 수치를 당사가 재계산으로 일치 확인, 당사의 조기 결합 아이디어를 한은이 자체 탐색으로 재현)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고객 조직 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디지털혁신실(협업 파트너)은 딥러닝 기반 나우캐스팅 시스템 개선을, 경제모형실은 전문가 판단 기반 전망을 맡는 구도 — 경제모형실이 최근 산학협력으로 BISTRO 시계열 모델을 연구 중이어서 두 조직은 경쟁 관계로 보임. 당사의 BISTRO 원본 실측·적응 실증은 파트너가 이 지형에서 기술 근거를 갖게 하는 위치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9514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95144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64408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264408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3367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3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02936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02936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202936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