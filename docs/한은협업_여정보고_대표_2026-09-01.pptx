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 (참고: 대표님은 한은 FDE 전사 사례 보고 — 1순위 규정 온톨로지, 코딩 어시스턴트 등 — 를 이미 받으심. 본 덱은 그 지도에서 우선순위 2위 '시계열 Track1'의 상세 보고에 해당. 시계열 Track2(뉴스 인과관계, 데이터사이언스팀 이현규 과장)와는 별개 트랙.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 (조직 지형 구두 보충: 경제모형실 산학협력의 학계 파트너는 서범석 교수로 파악 — 문서 명시는 피하고 구두로만. BISTRO 관련 대외 서술은 항상 '동일 규약 실측·공개 체크포인트 기준' 프레임 유지.)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한은–네이버 2026년 협력과제 8건 중 우선순위 2위 「시계열 Track1 (거시경제 예측)」 — 한은 담당: 이창훈·윤희근 (디지털혁신실)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80467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7160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측의 시계열 파운데이션 모델(BISTRO, BIS WP 1337) 해석 질의에서 출발. FDE Consulting &amp; Planning팀(김지혜·김민승)과 초기 방향성을 함께 수립하고, 현행 시스템(DFM+XGBoost)을 실시간 빈티지로 재현해 검증 기반을 세움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41148" cy="804672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4086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340864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10128"/>
            <a:ext cx="41148" cy="804672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012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10128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79392"/>
            <a:ext cx="41148" cy="8046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7939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279392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48656"/>
            <a:ext cx="41148" cy="804672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24865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48656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표본 = 32개 분기.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제공 그리드 그대로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053328"/>
            <a:ext cx="11091672" cy="38404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6053328"/>
            <a:ext cx="41148" cy="3840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108192"/>
            <a:ext cx="10698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모든 과정이 커밋 기록으로 남아 언제든 재현하고 감사할 수 있습니다 — 중앙은행과 일할 때는 이 형식 자체가 신뢰를 만듭니다.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당사 저장소 커밋 90여 건(6~8월) · 한은 저장소는 pull 전용(푸시하지 않음) — 산출물은 문서·PDF로 전달.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고객 조직 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2588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디지털혁신실(협업 파트너)은 딥러닝 기반 나우캐스팅 시스템 개선을, 경제모형실은 전문가 판단 기반 전망을 맡는 구도 — 경제모형실이 최근 산학협력으로 BISTRO 시계열 모델을 연구 중이어서 두 조직은 경쟁 관계로 보임. 당사의 BISTRO 원본 실측·적응 실증은 파트너가 이 지형에서 기술 근거를 갖게 하는 위치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9514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295144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64408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264408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3367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33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233672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02936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02936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202936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 — 출발점이었던 BISTRO 해석 질의에 원본 실측과 적응 개선으로 답했습니다. 코드 개정에는 당일 재검증으로, 진단에는 원인 규명으로, 제안에는 첫 실증으로 대응했습니다.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