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 (참고: 대표님은 한은 FDE 전사 사례 보고 — 1순위 규정 온톨로지, 코딩 어시스턴트 등 — 를 이미 받으심. 본 덱은 그 지도에서 우선순위 2위 '시계열 Track1'의 상세 보고에 해당. 시계열 Track2(뉴스 인과관계, 데이터사이언스팀 이현규 과장)와는 별개 트랙.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여정의 구조가 메시지: 우리는 실패를 숨기지 않고 기록했고, 그 기록(무엇이 왜 안 되는가)이 지금 한은과의 공동 논문 재료가 됨. 8월 기준선 격변 때 당일 재검증으로 대응한 것이 신뢰의 전환점. (구두 보충용 — 문서 명시 금지: BISTRO 논문의 1저자가 현 신임 총재(BIS 재직 시)이며, 디지털혁신실의 해석 질의가 이 프로젝트의 기점. 8월의 원본 실측·LoRA 개선으로 출발 질문에 답을 완성한 수미상관 구조.)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활동의 실체를 보여주는 장. 양방향 초상: 한은은 데이터·기준점을 명확히 하는 파트너(빈티지 정비, 자기 결함 개정, 실험 코드 공개)였고, 당사는 그 커밋을 읽고(diff에서 단위 결함·실험 설계 독해) 재현 가능한 코드로 빠르게 회신(당일 재검증, 3일 내 실증)하는 파트너. 기밀 관리 구두 포인트 — 한은 빈티지 데이터는 저장소 분리·커밋 금지 규칙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1554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100" b="1">
                <a:solidFill>
                  <a:srgbClr val="243447"/>
                </a:solidFill>
                <a:latin typeface="Apple SD Gothic Neo"/>
                <a:ea typeface="Apple SD Gothic Neo"/>
              </a:rPr>
              <a:t>한국은행 GDP Nowcasting 협업 — 3개월의 여정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pple SD Gothic Neo"/>
                <a:ea typeface="Apple SD Gothic Neo"/>
              </a:rPr>
              <a:t>국면전환 가설에서 파운데이션 모델 적응학습까지, 그리고 공동 연구 어젠다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715000"/>
            <a:ext cx="102412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한은–네이버 2026년 협력과제 8건 중 우선순위 2위 「시계열 Track1 (거시경제 예측)」 — 한은 담당: 이창훈·윤희근 (디지털혁신실)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9.  |  대표 보고  |  작성: 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요약 — 정확도 경쟁에서 출발해, 평가 기준을 함께 다시 세우는 데까지 왔습니다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80467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C5CAB"/>
                </a:solidFill>
                <a:latin typeface="Apple SD Gothic Neo"/>
                <a:ea typeface="Apple SD Gothic Neo"/>
              </a:rPr>
              <a:t>6월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371600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착수·재현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71600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측의 시계열 파운데이션 모델(BISTRO, BIS WP 1337) 해석 질의에서 출발. FDE Consulting &amp; Planning팀(김지혜·김민승)과 초기 방향성을 함께 수립하고, 현행 시스템(DFM+XGBoost)을 실시간 빈티지로 재현해 검증 기반을 세움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40864"/>
            <a:ext cx="41148" cy="804672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40864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7월 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340864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국면전환 연구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340864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10128"/>
            <a:ext cx="41148" cy="804672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10128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7월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10128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축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10128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79392"/>
            <a:ext cx="41148" cy="80467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8월 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79392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기준선 격변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279392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자체 코드의 단위 결함을 개정 — 전 실험 즉시 재검증, XGBoost 단독이 새 기준선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48656"/>
            <a:ext cx="41148" cy="804672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8월 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248656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적응학습 실증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5248656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설계 원칙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실시간 빈티지: 각 예측 시점에 '그때 존재했던' 데이터만 사용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— look-ahead 원천 차단, 개정 이력 보존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정답 = 속보치, 분기당 19회 주간 갱신 예측 (총 608발)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2018Q1~2025Q4, 코로나 급변기 포함 전 구간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통계적 안전장치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검정: Diebold-Mariano(HAC), Model Confidence Set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검정력 분석: 이 표본에선 6% 개선도 p≈0.09 — 사전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 등록: 임계값·설정을 실험 전 문서로 고정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3회 반복 · 선택편의 명시 · 경계 민감도 검사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 규약이 실전에서 일한 순간들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 코드 개정(8월) 때: 규약이 이미 서 있어 당일로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40여 구성 전면 재채점 — 기준선 교체에 즉시 대응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미전파 결함 2건을 반복 원칙이 적발 — 행운의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단일 실행이 '신기록'으로 보고될 뻔한 것을 차단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 검정이 당사 검정력 분석과 동일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접근 — 국면전환(regime-switching) 계보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국면(급변·안정·반등)마다 최적 모형이 다르다는 가설로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 감지 + 모델 교대 구조를 3차례 고도화 (v1→v3)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국면이 관측을 지배한다는 계량경제학의 고전적 발상.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v3 = 0.718 — 전체 여정 통틀어 최고 성능 (방향은 옳았음)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DM p=0.088 — 표본 한계로 유의성 문턱 미달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B0532F"/>
                </a:solidFill>
                <a:latin typeface="Apple SD Gothic Neo"/>
                <a:ea typeface="Apple SD Gothic Neo"/>
              </a:rPr>
              <a:t>채택 보류의 이유 (성능이 아니라 수용성)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실무 책임자: "현재 시점에 국면을 실시간으로 단정하는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것이 맞는가" — 중앙은행 운영 요건(설명책임)과의 충돌.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증명을 계속하는 대신 자산화(부품 재사용·논문화)로 전환.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이 연구가 남긴 자산 (이후 전부 재사용됨)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"반등 국면에서 사전학습 모델이 강하다"는 발견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→ 이후 FM 검증·조기 슬롯 설계의 출발점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신호(심리 저점 통과 등) → 설명 리포트 재료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'이산 국면 단정' 대신 '전망시계 조건화'라는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 가능한 프레임 발견 — 최종 구성의 뼈대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국면을 명시적으로 감지하는 대신, 국면 정보가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자연히 실리는 조건(전망 주차·일별 신호)으로 우회 —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"이 표본에서는 어떤 모형의 우위도 증명이 어렵다" — 그래서 평가의 축을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검정력 분석이 말해준 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표본 = 32개 분기. 주간 19발은 분기 내 강한 상관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유효 표본은 사실상 32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이 표본에서 6.2% 개선도 DM p=0.088 — 5% 문턱을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넘으려면 표본이 수 배 필요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MCS: 비교 12개 모형 전원이 5% 신뢰집합에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잔류 — 독립적으로 같은 결론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3474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점추정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'비열등 + 개선 방향' 수위로만 주장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조건부 가치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무엇이 기여하는가"는 유의성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없이도 성립하는 기술적(descriptive) 발견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분포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예측구간 커버리지는 즉시 검증 가능한 축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(컨포멀 보정으로 명목 80% → 실측 81~87% 달성)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④ 방법론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검정력·선택편의·재현성 자체를 기여로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이 재정의가 이후 모든 산출물의 문법이 됐고,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공동 논문 프레임("언제 가치를 더하는가")의 원형입니다.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한은의 코드 개정에 당일 재검증으로 대응했습니다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무슨 일이 있었나 (8월 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한은이 자체 ML 예측치의 단위 정합성 결함을 발견·개정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— 표준화값이 원단위와 혼합 채점되던 문제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공식 기준 'DFM+XGBoost 0.765'가 무효화,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당사의 종전 기록·게이트 수치도 함께 무효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당사 대응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코드 수신 당일 40여 구성 전면 재채점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신 기준선 확정: XGBoost 단독 0.750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"결합이 항상 낫다"던 종전 서사가 결함의 산물이었음을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대규모 후보 탐색(911개)에는 선택편의 관점을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778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딥러닝은 조건부로 유효했습니다 — BIS 공개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전수 검증의 결론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신경망(LSTM·NCDE 등): 전멸 — 월 140행 소표본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사전학습 FM(Chronos-2·Moirai/BISTRO): 유효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 '어느 조건에서'가 갈림 (조기 주차·반등기 한정)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 공개 거시 FM(BISTRO, WP1337)을 확보해 동일 규약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직접 실측 — 한은 관심 질문에 원본 기준으로 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핵심 진단 — '힌트 흡수력'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같은 일별 신호(주가·환율)를 줘도 활용도가 다름: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Chronos-2 -3.4% vs BISTRO 무이득 (절제 실험)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원인 = 사전학습 채점 범위 차이 (타깃만 vs 전 변량)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— 주차별 오차 평탄성(한은 진단)의 원인을 규명</a:t>
            </a: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669280" cy="301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한은이 제안한 적응학습을 당사가 먼저 실증했습니다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실험 (양 모델 동일 레시피, seed 3회)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학습 = 과거 빈티지 경로(당시 가용 정보 + 관측 플래그,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라벨은 실제 속보치), 연 1회 fresh 재적응, release-safe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적응 규모 = 전체 파라미터의 0.6% (LoRA rank 8)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 (3-seed 예측 평균)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BISTRO 0.596 → 0.560 (-6.0%) — 평탄성 부분 해소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 0.619 → 0.564 (-8.9%)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출력층 교체 실험(실패)과 대조 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  "적응의 깊이"가 관건임을 규명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정직한 각주: BISTRO 쪽 seed 분산 큼(±0.028) — 단일 실행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669280" cy="2215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최종 구성 — 기준선 대비 -2.3%, 지금까지의 발견을 하나의 구성으로 정리했습니다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27020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최종 운영 권고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기본 = XGBoost 단독 (한은 개정판)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6주(지표 공백기) = FM 결합으로 교대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적응 이력 12분기 미만 → zero-shot 부품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12분기 이상 → LoRA 적응 부품 (임계 규칙)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임계 12분기는 사전 등록값 — 초소형 적응(3~7분기)이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코로나 구간에서 역효과임을 실측으로 확인한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86200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88620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수위 (일관 유지)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-2.3%는 DM p=0.185 — 관례상 비유의,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'비열등 + 개선 방향'으로만 주장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단, 여정 전체에서 가장 낮은 p·최다 승수(18/32)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국면전환 v3(0.718)는 참고 기록 — 성능은 더 좋으나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수용성 문제로 보류된 연구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9  |  일하는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협업을 GitHub 문서와 코드 리뷰로 진행했습니다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코드와 리포트를 커밋하면, 당사가 커밋 단위로 리뷰·재검증하고 재현 가능한 스크립트와 문서로 회신하는 비동기 협업 방식이었습니다. 고객 코드를 읽는 것이 요구사항 분석이었습니다.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이창훈 과장(한은)의 커밋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당사의 응답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7984"/>
            <a:ext cx="1109167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226771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6월~  빈티지 데이터셋·평가 기준 정비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60320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주간 실시간 빈티지(73개 지표)·기준모형 예측·평가 그리드를 정비해 제공 — 협업의 공통 잣대를 한은이 먼저 명확히 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267712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그 잣대 위에 하네스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제공 그리드 그대로 재현 채점 체계 구축 — 이후 모든 실험(양측)이 같은 잣대로 비교 가능해짐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36976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236976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8/4  "코드 수정 및 산출물 저장"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29584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예측단위 개정(schema v2) + 구버전 산출물 차단 검증 로직 — 기준점을 스스로 바로잡음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36976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236976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당일 재검증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9584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40여 구성 전면 재채점 → 신 기준선(XGBoost 단독) 확정, 당사 종전 기록도 함께 폐기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06240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206240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8/25  "Add BISTRO nowcasting experiments..."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98848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실험 코드 16종 + 테스트 + 회의자료 3.7만 줄 — 코드에서 실험 설계·한계까지 독해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206240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4206240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익일 진단 재현 → 3일 내 첫 실증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498848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주차별 흡수력 진단 재현·원인 규명 → 그들이 제안만 한 적응학습을 LoRA로 첫 실측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175504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75504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(수신 확인도 커밋으로)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468112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당사 종합리포트 PDF를 한은이 자기 저장소에 커밋 — 산출물이 고객의 공식 기록에 편입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517550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5175504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산출물 = 코드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468112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실험 스크립트 50여 종을 결과·교훈 주석과 함께 커밋 — 실패(기각 실험)도 재현 가능한 기록으로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053328"/>
            <a:ext cx="11091672" cy="38404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6053328"/>
            <a:ext cx="41148" cy="3840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108192"/>
            <a:ext cx="106984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모든 과정이 커밋 기록으로 남아 언제든 재현하고 감사할 수 있습니다 — 중앙은행과 일할 때는 이 형식 자체가 신뢰를 만듭니다.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당사 저장소 커밋 90여 건(6~8월) · 한은 저장소는 pull 전용(푸시하지 않음) — 산출물은 문서·PDF로 전달.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10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검증 파트너에서 공동 연구 파트너로 — 협업의 성격이 달라졌습니다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10058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협업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7160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기술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56032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749039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37759"/>
            <a:ext cx="41148" cy="100584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59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다음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937759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FDE로서의 3개월 — 출발점이었던 BISTRO 해석 질의에 원본 실측과 적응 개선으로 답했습니다. 코드 개정에는 당일 재검증으로, 진단에는 원인 규명으로, 제안에는 첫 실증으로 대응했습니다.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