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1"/>
    <p:restoredTop sz="94675"/>
  </p:normalViewPr>
  <p:slideViewPr>
    <p:cSldViewPr snapToGrid="0" snapToObjects="1">
      <p:cViewPr varScale="1">
        <p:scale>
          <a:sx n="118" d="100"/>
          <a:sy n="118" d="100"/>
        </p:scale>
        <p:origin x="22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6868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한국은행 </a:t>
            </a:r>
            <a:r>
              <a:rPr lang="en" altLang="ko-KR" sz="240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GDP Nowcasting </a:t>
            </a:r>
            <a:r>
              <a:rPr lang="ko-KR" altLang="en-US" sz="240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시스템 고도화 과제 </a:t>
            </a:r>
            <a:r>
              <a:rPr sz="2400" b="1" dirty="0" err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진행</a:t>
            </a:r>
            <a:r>
              <a:rPr sz="2400" b="1" dirty="0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2400" b="1" dirty="0" err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경과</a:t>
            </a:r>
            <a:endParaRPr sz="2400" b="1" dirty="0">
              <a:solidFill>
                <a:srgbClr val="243447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26880" y="347472"/>
            <a:ext cx="23774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AX Lab  |  2026. 07.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155680" cy="2139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고객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기존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체계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재현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→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국면전환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앙상블로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성능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개선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→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주간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사이클로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검증·보고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진행</a:t>
            </a:r>
            <a:r>
              <a:rPr sz="1100" b="0" dirty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중</a:t>
            </a:r>
            <a:endParaRPr sz="1100" b="0" dirty="0">
              <a:solidFill>
                <a:srgbClr val="6B6B6B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70332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01  </a:t>
            </a: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예측 정확도 개선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755648"/>
            <a:ext cx="370332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856232"/>
            <a:ext cx="3703320" cy="401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속보 GDP 예측오차(RMSE), 2018~2025 실시간 검증 기준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기존 최고 대비 </a:t>
            </a: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−5.6%</a:t>
            </a: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(0.765 → 0.722)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35482"/>
              </p:ext>
            </p:extLst>
          </p:nvPr>
        </p:nvGraphicFramePr>
        <p:xfrm>
          <a:off x="502920" y="2496312"/>
          <a:ext cx="37033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구성</a:t>
                      </a:r>
                      <a:endParaRPr sz="90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45720" marR="27432" marT="13716" marB="13716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RMSE</a:t>
                      </a:r>
                    </a:p>
                  </a:txBody>
                  <a:tcPr marL="45720" marR="27432" marT="13716" marB="13716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비고</a:t>
                      </a:r>
                      <a:endParaRPr sz="90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45720" marR="27432" marT="13716" marB="13716" anchor="ctr">
                    <a:solidFill>
                      <a:srgbClr val="24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한은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기준모형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(DFM)</a:t>
                      </a: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0.865</a:t>
                      </a: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재현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완료</a:t>
                      </a:r>
                      <a:endParaRPr sz="900" b="0" dirty="0">
                        <a:solidFill>
                          <a:srgbClr val="262626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한은 기존 최고 (DFM+XGBoost)</a:t>
                      </a: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0.765</a:t>
                      </a: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소수점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재현</a:t>
                      </a:r>
                      <a:endParaRPr sz="900" b="0" dirty="0">
                        <a:solidFill>
                          <a:srgbClr val="262626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국면전환 앙상블 v1</a:t>
                      </a: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0.755</a:t>
                      </a: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7/2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중간보고</a:t>
                      </a:r>
                      <a:endParaRPr sz="900" b="0" dirty="0">
                        <a:solidFill>
                          <a:srgbClr val="262626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45720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국면전환 v2 (반등국면 추가)</a:t>
                      </a:r>
                    </a:p>
                  </a:txBody>
                  <a:tcPr marL="45720" marR="27432" marT="13716" marB="13716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0.722</a:t>
                      </a:r>
                    </a:p>
                  </a:txBody>
                  <a:tcPr marL="45720" marR="27432" marT="13716" marB="13716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7/9 </a:t>
                      </a:r>
                      <a:r>
                        <a:rPr sz="90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공유·검증</a:t>
                      </a:r>
                      <a:r>
                        <a:rPr sz="90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중</a:t>
                      </a:r>
                      <a:endParaRPr sz="900" b="1" dirty="0">
                        <a:solidFill>
                          <a:srgbClr val="262626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45720" marR="27432" marT="13716" marB="13716" anchor="ctr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06240"/>
            <a:ext cx="3703320" cy="12149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개선 원천: 새 모델이 아닌 </a:t>
            </a:r>
            <a:r>
              <a:rPr sz="95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국면별 모델 운용 규칙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반등 국면(역성장 직후 심리 회복)에서는 ML 보정을 끄고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DFM 단독 사용 — 해당 구간 오차 24% 감소 (0.82→0.62)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통계적 유의성(DM) 검정 후 정식 제안 예정 — 과대포장 없이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한계까지 투명 보고, 한은 측 신뢰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70332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02  </a:t>
            </a: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국면 진단 · 최신기술 검증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1755648"/>
            <a:ext cx="3703319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1856232"/>
            <a:ext cx="3703320" cy="12380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실시간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국면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판정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(3국면)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발표된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실적·심리지표만으로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충격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/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평온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/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반등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판정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후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국면별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최적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조합으로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자동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전환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(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미래정보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미사용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연속형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(soft)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게이트·비지도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딥러닝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탐지기까지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검증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,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판정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방식의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강건성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확인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—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한은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질의에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당일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정량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대응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4840" y="3311435"/>
            <a:ext cx="3703320" cy="19728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최신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아키텍처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체계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검증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(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동일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조건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공정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비교</a:t>
            </a:r>
            <a:r>
              <a:rPr sz="10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Transformer·LSTM·시계열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파운데이션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(Chronos, Moirai)·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Neural CDE(CIKM'24)·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TabPFN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(Nature'25)·LLM 7종+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시험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최신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인컨텍스트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모델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(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TabPFN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)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신경망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중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최고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성능이나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분기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GDP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소표본에서는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트리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계열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미달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— 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“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안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해본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게</a:t>
            </a:r>
            <a:endParaRPr sz="950" b="1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아니라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다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검증하고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내린</a:t>
            </a:r>
            <a:r>
              <a:rPr sz="950" b="1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1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결론”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으로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기술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선택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근거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확보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딥러닝의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역할을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정확도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경쟁이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아닌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국면진단·설명가능성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으로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재배치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—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고객도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동일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방향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니즈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확인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(7/9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회의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417320"/>
            <a:ext cx="3319272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03  </a:t>
            </a: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설명가능성(XAI) · 향후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1755648"/>
            <a:ext cx="3319272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66760" y="1856232"/>
            <a:ext cx="3319272" cy="12380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보유 XAI 자산 (CPI 과제서 확보)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변수 간 attention·기여도(IG)·반사실 분석 등 6종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“어떤 변수가, 몇 개월 시차로, 어떤 경로로”를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자동 서술하는 경제 내러티브 모듈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한은 적용: 전망 근거 제시 레이어로 제안 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11435"/>
            <a:ext cx="3319272" cy="17279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향후 과제 (3분기)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1) 개선안 통계 검증(DM) 및 정식 반영 협의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2) 국면 탐지 고도화 — 월별지표 조기감지,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  정통(MS-DFM)·딥러닝 신호 통합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3) 설명가능성 레이어 한은 시스템 적용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4) 뉴스 텍스트·LLM 국면 판정 벤치마크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  (한은 공동, 오염 통제 설계 적용)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742432"/>
            <a:ext cx="11183112" cy="804672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833872"/>
            <a:ext cx="10881360" cy="5032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고객 현장 중심(FDE) 수행 방식  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고객 코드베이스·기밀 빈티지 데이터 위에서 직접 작업 — 기존 성과를 소수점 단위까지 재현해 신뢰를 확보한 뒤, 동일 검증체계에 자체 모델을 주입해 공정 비교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주간 단위 실험 → 보고 사이클 운영 (7/2 중간보고, 7/9 개선안 공유·회의 질의 당일 대응) · 모든 실험 코드·문서 재현 가능하게 이관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497</Words>
  <Application>Microsoft Macintosh PowerPoint</Application>
  <PresentationFormat>와이드스크린</PresentationFormat>
  <Paragraphs>55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NanumSquare Neo Regular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김용민</cp:lastModifiedBy>
  <cp:revision>7</cp:revision>
  <dcterms:created xsi:type="dcterms:W3CDTF">2013-01-27T09:14:16Z</dcterms:created>
  <dcterms:modified xsi:type="dcterms:W3CDTF">2026-07-10T02:17:50Z</dcterms:modified>
  <cp:category/>
</cp:coreProperties>
</file>